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88627" autoAdjust="0"/>
  </p:normalViewPr>
  <p:slideViewPr>
    <p:cSldViewPr snapToGrid="0" snapToObjects="1">
      <p:cViewPr varScale="1">
        <p:scale>
          <a:sx n="73" d="100"/>
          <a:sy n="73" d="100"/>
        </p:scale>
        <p:origin x="16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a mummoorthi" userId="b3de321882d0e127" providerId="LiveId" clId="{56F67FEB-A1DC-4796-830E-A6DDC67AA44A}"/>
    <pc:docChg chg="undo custSel modSld">
      <pc:chgData name="loga mummoorthi" userId="b3de321882d0e127" providerId="LiveId" clId="{56F67FEB-A1DC-4796-830E-A6DDC67AA44A}" dt="2025-11-05T08:50:37.597" v="2" actId="14734"/>
      <pc:docMkLst>
        <pc:docMk/>
      </pc:docMkLst>
      <pc:sldChg chg="modSp mod">
        <pc:chgData name="loga mummoorthi" userId="b3de321882d0e127" providerId="LiveId" clId="{56F67FEB-A1DC-4796-830E-A6DDC67AA44A}" dt="2025-11-05T08:50:37.597" v="2" actId="14734"/>
        <pc:sldMkLst>
          <pc:docMk/>
          <pc:sldMk cId="0" sldId="266"/>
        </pc:sldMkLst>
        <pc:graphicFrameChg chg="modGraphic">
          <ac:chgData name="loga mummoorthi" userId="b3de321882d0e127" providerId="LiveId" clId="{56F67FEB-A1DC-4796-830E-A6DDC67AA44A}" dt="2025-11-05T08:50:37.597" v="2" actId="14734"/>
          <ac:graphicFrameMkLst>
            <pc:docMk/>
            <pc:sldMk cId="0" sldId="266"/>
            <ac:graphicFrameMk id="3" creationId="{00000000-0000-0000-0000-00000000000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05B4DE-DD34-470C-B96B-44F4A53BCED9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94776D-0DA1-4B08-96F5-5F3AC1DFA96B}">
      <dgm:prSet/>
      <dgm:spPr/>
      <dgm:t>
        <a:bodyPr/>
        <a:lstStyle/>
        <a:p>
          <a:r>
            <a:rPr lang="en-IN" dirty="0"/>
            <a:t>Alert JSON (mock) </a:t>
          </a:r>
        </a:p>
      </dgm:t>
    </dgm:pt>
    <dgm:pt modelId="{41588713-2D8B-4265-B264-FC3325357A41}" type="parTrans" cxnId="{94A02F59-A6A1-4DA4-9D8A-05E126F6C531}">
      <dgm:prSet/>
      <dgm:spPr/>
      <dgm:t>
        <a:bodyPr/>
        <a:lstStyle/>
        <a:p>
          <a:endParaRPr lang="en-IN"/>
        </a:p>
      </dgm:t>
    </dgm:pt>
    <dgm:pt modelId="{22E136DB-750D-483C-BC7B-0FBE2034AF4E}" type="sibTrans" cxnId="{94A02F59-A6A1-4DA4-9D8A-05E126F6C531}">
      <dgm:prSet/>
      <dgm:spPr/>
      <dgm:t>
        <a:bodyPr/>
        <a:lstStyle/>
        <a:p>
          <a:endParaRPr lang="en-IN"/>
        </a:p>
      </dgm:t>
    </dgm:pt>
    <dgm:pt modelId="{1AD5E05D-E374-40F7-B32B-B3C0A148850E}">
      <dgm:prSet/>
      <dgm:spPr/>
      <dgm:t>
        <a:bodyPr/>
        <a:lstStyle/>
        <a:p>
          <a:r>
            <a:rPr lang="en-IN" dirty="0"/>
            <a:t>n8n Workflow</a:t>
          </a:r>
        </a:p>
      </dgm:t>
    </dgm:pt>
    <dgm:pt modelId="{FF99B910-CCD9-49CD-BAC6-74600C957FE7}" type="parTrans" cxnId="{DB817010-3997-4E0A-91C1-9D167520AFEC}">
      <dgm:prSet/>
      <dgm:spPr/>
      <dgm:t>
        <a:bodyPr/>
        <a:lstStyle/>
        <a:p>
          <a:endParaRPr lang="en-IN"/>
        </a:p>
      </dgm:t>
    </dgm:pt>
    <dgm:pt modelId="{D8A4DFC5-5A0E-47E0-8F20-2DF6FE931F4B}" type="sibTrans" cxnId="{DB817010-3997-4E0A-91C1-9D167520AFEC}">
      <dgm:prSet/>
      <dgm:spPr/>
      <dgm:t>
        <a:bodyPr/>
        <a:lstStyle/>
        <a:p>
          <a:endParaRPr lang="en-IN"/>
        </a:p>
      </dgm:t>
    </dgm:pt>
    <dgm:pt modelId="{A0E4F015-E7DC-4F22-8FE6-535DD1424957}">
      <dgm:prSet/>
      <dgm:spPr/>
      <dgm:t>
        <a:bodyPr/>
        <a:lstStyle/>
        <a:p>
          <a:r>
            <a:rPr lang="en-IN" dirty="0"/>
            <a:t>Intel APIs LLM Severity Label(VT / WHOIS)  </a:t>
          </a:r>
        </a:p>
      </dgm:t>
    </dgm:pt>
    <dgm:pt modelId="{06EA36E9-8241-43F3-A4B1-CDBC77AD84B1}" type="parTrans" cxnId="{A3F72280-D5C1-411E-AEFA-E36B4B4AF532}">
      <dgm:prSet/>
      <dgm:spPr/>
      <dgm:t>
        <a:bodyPr/>
        <a:lstStyle/>
        <a:p>
          <a:endParaRPr lang="en-IN"/>
        </a:p>
      </dgm:t>
    </dgm:pt>
    <dgm:pt modelId="{CAC9B104-A24B-4A43-B31D-BE3DAD90C241}" type="sibTrans" cxnId="{A3F72280-D5C1-411E-AEFA-E36B4B4AF532}">
      <dgm:prSet/>
      <dgm:spPr/>
      <dgm:t>
        <a:bodyPr/>
        <a:lstStyle/>
        <a:p>
          <a:endParaRPr lang="en-IN"/>
        </a:p>
      </dgm:t>
    </dgm:pt>
    <dgm:pt modelId="{F2548452-3262-45E7-865A-86A419A6212A}">
      <dgm:prSet/>
      <dgm:spPr/>
      <dgm:t>
        <a:bodyPr/>
        <a:lstStyle/>
        <a:p>
          <a:r>
            <a:rPr lang="en-IN" dirty="0"/>
            <a:t>Optional: OpenVAS vuln lookup</a:t>
          </a:r>
        </a:p>
      </dgm:t>
    </dgm:pt>
    <dgm:pt modelId="{F11AC37B-286F-4972-9F53-D0DF8DFE58EA}" type="parTrans" cxnId="{0DF2E8C1-5CEC-478D-BFAF-DD000C7DD406}">
      <dgm:prSet/>
      <dgm:spPr/>
      <dgm:t>
        <a:bodyPr/>
        <a:lstStyle/>
        <a:p>
          <a:endParaRPr lang="en-IN"/>
        </a:p>
      </dgm:t>
    </dgm:pt>
    <dgm:pt modelId="{C49CE861-AFCC-47AA-887B-1BFC25903A21}" type="sibTrans" cxnId="{0DF2E8C1-5CEC-478D-BFAF-DD000C7DD406}">
      <dgm:prSet/>
      <dgm:spPr/>
      <dgm:t>
        <a:bodyPr/>
        <a:lstStyle/>
        <a:p>
          <a:endParaRPr lang="en-IN"/>
        </a:p>
      </dgm:t>
    </dgm:pt>
    <dgm:pt modelId="{329D79F5-9B95-4597-9D9E-F610B330A979}">
      <dgm:prSet/>
      <dgm:spPr/>
      <dgm:t>
        <a:bodyPr/>
        <a:lstStyle/>
        <a:p>
          <a:r>
            <a:rPr lang="en-IN" dirty="0"/>
            <a:t>Summary Builder</a:t>
          </a:r>
        </a:p>
      </dgm:t>
    </dgm:pt>
    <dgm:pt modelId="{614DDF1F-D2A6-402B-8D09-59C87A812E4E}" type="parTrans" cxnId="{E52927B3-DCF7-48CA-84AB-2AAF28CAF0AF}">
      <dgm:prSet/>
      <dgm:spPr/>
      <dgm:t>
        <a:bodyPr/>
        <a:lstStyle/>
        <a:p>
          <a:endParaRPr lang="en-IN"/>
        </a:p>
      </dgm:t>
    </dgm:pt>
    <dgm:pt modelId="{D3C487C7-511B-4CBE-8321-B7315D6BBA78}" type="sibTrans" cxnId="{E52927B3-DCF7-48CA-84AB-2AAF28CAF0AF}">
      <dgm:prSet/>
      <dgm:spPr/>
      <dgm:t>
        <a:bodyPr/>
        <a:lstStyle/>
        <a:p>
          <a:endParaRPr lang="en-IN"/>
        </a:p>
      </dgm:t>
    </dgm:pt>
    <dgm:pt modelId="{72310D23-7E97-43A6-B3D2-11B23E392A47}">
      <dgm:prSet/>
      <dgm:spPr/>
      <dgm:t>
        <a:bodyPr/>
        <a:lstStyle/>
        <a:p>
          <a:r>
            <a:rPr lang="en-IN" dirty="0"/>
            <a:t>Jira Ticket Create (PoC output)</a:t>
          </a:r>
        </a:p>
      </dgm:t>
    </dgm:pt>
    <dgm:pt modelId="{C1DBA1F6-0A6E-4B1D-81A6-E91BC4894CA1}" type="parTrans" cxnId="{052D3531-04F9-469B-BDB5-AC3619BE0E5E}">
      <dgm:prSet/>
      <dgm:spPr/>
      <dgm:t>
        <a:bodyPr/>
        <a:lstStyle/>
        <a:p>
          <a:endParaRPr lang="en-IN"/>
        </a:p>
      </dgm:t>
    </dgm:pt>
    <dgm:pt modelId="{7E92A30D-1C4C-4B66-9CF7-9FF539499289}" type="sibTrans" cxnId="{052D3531-04F9-469B-BDB5-AC3619BE0E5E}">
      <dgm:prSet/>
      <dgm:spPr/>
      <dgm:t>
        <a:bodyPr/>
        <a:lstStyle/>
        <a:p>
          <a:endParaRPr lang="en-IN"/>
        </a:p>
      </dgm:t>
    </dgm:pt>
    <dgm:pt modelId="{465D6CC1-69BA-4F40-8ABA-582C70F2821D}" type="pres">
      <dgm:prSet presAssocID="{CF05B4DE-DD34-470C-B96B-44F4A53BCED9}" presName="Name0" presStyleCnt="0">
        <dgm:presLayoutVars>
          <dgm:dir/>
          <dgm:resizeHandles val="exact"/>
        </dgm:presLayoutVars>
      </dgm:prSet>
      <dgm:spPr/>
    </dgm:pt>
    <dgm:pt modelId="{82251EDD-36D2-4A18-A9D2-C4F89964AD29}" type="pres">
      <dgm:prSet presAssocID="{CF05B4DE-DD34-470C-B96B-44F4A53BCED9}" presName="fgShape" presStyleLbl="fgShp" presStyleIdx="0" presStyleCnt="1"/>
      <dgm:spPr/>
    </dgm:pt>
    <dgm:pt modelId="{1519AEF6-A3EE-459A-B286-F54B75E23932}" type="pres">
      <dgm:prSet presAssocID="{CF05B4DE-DD34-470C-B96B-44F4A53BCED9}" presName="linComp" presStyleCnt="0"/>
      <dgm:spPr/>
    </dgm:pt>
    <dgm:pt modelId="{38E43E16-0F5A-4C32-B065-7DA1D9546E1E}" type="pres">
      <dgm:prSet presAssocID="{2C94776D-0DA1-4B08-96F5-5F3AC1DFA96B}" presName="compNode" presStyleCnt="0"/>
      <dgm:spPr/>
    </dgm:pt>
    <dgm:pt modelId="{A6D46704-A476-4E38-BC10-A2A1F1083C2E}" type="pres">
      <dgm:prSet presAssocID="{2C94776D-0DA1-4B08-96F5-5F3AC1DFA96B}" presName="bkgdShape" presStyleLbl="node1" presStyleIdx="0" presStyleCnt="6"/>
      <dgm:spPr/>
    </dgm:pt>
    <dgm:pt modelId="{C0617053-D1E1-41C4-AC96-EF7AB905019E}" type="pres">
      <dgm:prSet presAssocID="{2C94776D-0DA1-4B08-96F5-5F3AC1DFA96B}" presName="nodeTx" presStyleLbl="node1" presStyleIdx="0" presStyleCnt="6">
        <dgm:presLayoutVars>
          <dgm:bulletEnabled val="1"/>
        </dgm:presLayoutVars>
      </dgm:prSet>
      <dgm:spPr/>
    </dgm:pt>
    <dgm:pt modelId="{2195D9D6-3031-465A-9FBA-8EF0ABF64BCB}" type="pres">
      <dgm:prSet presAssocID="{2C94776D-0DA1-4B08-96F5-5F3AC1DFA96B}" presName="invisiNode" presStyleLbl="node1" presStyleIdx="0" presStyleCnt="6"/>
      <dgm:spPr/>
    </dgm:pt>
    <dgm:pt modelId="{FC8561C3-65A8-466C-8B5B-B7F4F0631A42}" type="pres">
      <dgm:prSet presAssocID="{2C94776D-0DA1-4B08-96F5-5F3AC1DFA96B}" presName="imagNode" presStyleLbl="fgImgPlace1" presStyleIdx="0" presStyleCnt="6"/>
      <dgm:spPr>
        <a:blipFill>
          <a:blip xmlns:r="http://schemas.openxmlformats.org/officeDocument/2006/relationships" r:embed="rId1"/>
          <a:srcRect/>
          <a:stretch>
            <a:fillRect l="-11000" r="-11000"/>
          </a:stretch>
        </a:blipFill>
      </dgm:spPr>
    </dgm:pt>
    <dgm:pt modelId="{A6E8F801-C2AD-40DE-9AB9-0164F51604FF}" type="pres">
      <dgm:prSet presAssocID="{22E136DB-750D-483C-BC7B-0FBE2034AF4E}" presName="sibTrans" presStyleLbl="sibTrans2D1" presStyleIdx="0" presStyleCnt="0"/>
      <dgm:spPr/>
    </dgm:pt>
    <dgm:pt modelId="{F34B8F90-57BF-48EA-94F9-19BEEBC0A080}" type="pres">
      <dgm:prSet presAssocID="{1AD5E05D-E374-40F7-B32B-B3C0A148850E}" presName="compNode" presStyleCnt="0"/>
      <dgm:spPr/>
    </dgm:pt>
    <dgm:pt modelId="{8E727BE7-6EC0-4C0E-9D25-EF6D4E35C6A8}" type="pres">
      <dgm:prSet presAssocID="{1AD5E05D-E374-40F7-B32B-B3C0A148850E}" presName="bkgdShape" presStyleLbl="node1" presStyleIdx="1" presStyleCnt="6"/>
      <dgm:spPr/>
    </dgm:pt>
    <dgm:pt modelId="{340AE534-D27A-4608-9446-E7498F58171D}" type="pres">
      <dgm:prSet presAssocID="{1AD5E05D-E374-40F7-B32B-B3C0A148850E}" presName="nodeTx" presStyleLbl="node1" presStyleIdx="1" presStyleCnt="6">
        <dgm:presLayoutVars>
          <dgm:bulletEnabled val="1"/>
        </dgm:presLayoutVars>
      </dgm:prSet>
      <dgm:spPr/>
    </dgm:pt>
    <dgm:pt modelId="{DC9BE8FE-8464-4702-8DD6-861D097DD6C5}" type="pres">
      <dgm:prSet presAssocID="{1AD5E05D-E374-40F7-B32B-B3C0A148850E}" presName="invisiNode" presStyleLbl="node1" presStyleIdx="1" presStyleCnt="6"/>
      <dgm:spPr/>
    </dgm:pt>
    <dgm:pt modelId="{06EA3182-4BA3-412A-BCAA-8100EF5F87BB}" type="pres">
      <dgm:prSet presAssocID="{1AD5E05D-E374-40F7-B32B-B3C0A148850E}" presName="imagNode" presStyleLbl="fgImgPlace1" presStyleIdx="1" presStyleCnt="6" custLinFactNeighborX="-469" custLinFactNeighborY="469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CF9DFD37-DF32-4979-82A5-A2B3F06ED88A}" type="pres">
      <dgm:prSet presAssocID="{D8A4DFC5-5A0E-47E0-8F20-2DF6FE931F4B}" presName="sibTrans" presStyleLbl="sibTrans2D1" presStyleIdx="0" presStyleCnt="0"/>
      <dgm:spPr/>
    </dgm:pt>
    <dgm:pt modelId="{18F57E2C-6062-4B89-80CE-4393116BE9EE}" type="pres">
      <dgm:prSet presAssocID="{A0E4F015-E7DC-4F22-8FE6-535DD1424957}" presName="compNode" presStyleCnt="0"/>
      <dgm:spPr/>
    </dgm:pt>
    <dgm:pt modelId="{1F93C5C2-299F-44D5-A5C0-AF602D827C21}" type="pres">
      <dgm:prSet presAssocID="{A0E4F015-E7DC-4F22-8FE6-535DD1424957}" presName="bkgdShape" presStyleLbl="node1" presStyleIdx="2" presStyleCnt="6"/>
      <dgm:spPr/>
    </dgm:pt>
    <dgm:pt modelId="{3D7AA203-A449-4A48-A573-75B7BBC7F919}" type="pres">
      <dgm:prSet presAssocID="{A0E4F015-E7DC-4F22-8FE6-535DD1424957}" presName="nodeTx" presStyleLbl="node1" presStyleIdx="2" presStyleCnt="6">
        <dgm:presLayoutVars>
          <dgm:bulletEnabled val="1"/>
        </dgm:presLayoutVars>
      </dgm:prSet>
      <dgm:spPr/>
    </dgm:pt>
    <dgm:pt modelId="{49130052-D10B-4C8D-A6E7-70A3D643E712}" type="pres">
      <dgm:prSet presAssocID="{A0E4F015-E7DC-4F22-8FE6-535DD1424957}" presName="invisiNode" presStyleLbl="node1" presStyleIdx="2" presStyleCnt="6"/>
      <dgm:spPr/>
    </dgm:pt>
    <dgm:pt modelId="{53BD65B8-3237-4DD1-A8E6-5271832B1E07}" type="pres">
      <dgm:prSet presAssocID="{A0E4F015-E7DC-4F22-8FE6-535DD1424957}" presName="imagNode" presStyleLbl="fgImgPlace1" presStyleIdx="2" presStyleCnt="6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286D7C4E-8D32-4650-AE15-FC4F3BD856DA}" type="pres">
      <dgm:prSet presAssocID="{CAC9B104-A24B-4A43-B31D-BE3DAD90C241}" presName="sibTrans" presStyleLbl="sibTrans2D1" presStyleIdx="0" presStyleCnt="0"/>
      <dgm:spPr/>
    </dgm:pt>
    <dgm:pt modelId="{647584ED-44CC-48A0-8F59-089B50440F8A}" type="pres">
      <dgm:prSet presAssocID="{F2548452-3262-45E7-865A-86A419A6212A}" presName="compNode" presStyleCnt="0"/>
      <dgm:spPr/>
    </dgm:pt>
    <dgm:pt modelId="{97045AEC-6FDF-42F1-BD0E-8F4B4A3C4C80}" type="pres">
      <dgm:prSet presAssocID="{F2548452-3262-45E7-865A-86A419A6212A}" presName="bkgdShape" presStyleLbl="node1" presStyleIdx="3" presStyleCnt="6"/>
      <dgm:spPr/>
    </dgm:pt>
    <dgm:pt modelId="{EFF65893-28A7-410E-9BC1-7905B299AF80}" type="pres">
      <dgm:prSet presAssocID="{F2548452-3262-45E7-865A-86A419A6212A}" presName="nodeTx" presStyleLbl="node1" presStyleIdx="3" presStyleCnt="6">
        <dgm:presLayoutVars>
          <dgm:bulletEnabled val="1"/>
        </dgm:presLayoutVars>
      </dgm:prSet>
      <dgm:spPr/>
    </dgm:pt>
    <dgm:pt modelId="{E0DE14F8-60B1-4420-B19A-9BFDE831AC32}" type="pres">
      <dgm:prSet presAssocID="{F2548452-3262-45E7-865A-86A419A6212A}" presName="invisiNode" presStyleLbl="node1" presStyleIdx="3" presStyleCnt="6"/>
      <dgm:spPr/>
    </dgm:pt>
    <dgm:pt modelId="{4AC5FAB2-D4A8-429A-8187-C063A067E590}" type="pres">
      <dgm:prSet presAssocID="{F2548452-3262-45E7-865A-86A419A6212A}" presName="imagNode" presStyleLbl="fgImgPlace1" presStyleIdx="3" presStyleCnt="6"/>
      <dgm:spPr>
        <a:blipFill>
          <a:blip xmlns:r="http://schemas.openxmlformats.org/officeDocument/2006/relationships" r:embed="rId4"/>
          <a:srcRect/>
          <a:stretch>
            <a:fillRect l="-49000" r="-49000"/>
          </a:stretch>
        </a:blipFill>
      </dgm:spPr>
    </dgm:pt>
    <dgm:pt modelId="{6EB414A6-B276-4CC5-81B6-639A2326D0E5}" type="pres">
      <dgm:prSet presAssocID="{C49CE861-AFCC-47AA-887B-1BFC25903A21}" presName="sibTrans" presStyleLbl="sibTrans2D1" presStyleIdx="0" presStyleCnt="0"/>
      <dgm:spPr/>
    </dgm:pt>
    <dgm:pt modelId="{1C7A2249-FA82-4272-86A0-686AE432BC7B}" type="pres">
      <dgm:prSet presAssocID="{329D79F5-9B95-4597-9D9E-F610B330A979}" presName="compNode" presStyleCnt="0"/>
      <dgm:spPr/>
    </dgm:pt>
    <dgm:pt modelId="{9418CAB6-B7F7-4055-BD53-02259B901F69}" type="pres">
      <dgm:prSet presAssocID="{329D79F5-9B95-4597-9D9E-F610B330A979}" presName="bkgdShape" presStyleLbl="node1" presStyleIdx="4" presStyleCnt="6"/>
      <dgm:spPr/>
    </dgm:pt>
    <dgm:pt modelId="{28D36920-C741-4A53-8738-CD9CB8F39FA6}" type="pres">
      <dgm:prSet presAssocID="{329D79F5-9B95-4597-9D9E-F610B330A979}" presName="nodeTx" presStyleLbl="node1" presStyleIdx="4" presStyleCnt="6">
        <dgm:presLayoutVars>
          <dgm:bulletEnabled val="1"/>
        </dgm:presLayoutVars>
      </dgm:prSet>
      <dgm:spPr/>
    </dgm:pt>
    <dgm:pt modelId="{C14E5416-7811-40FA-8880-5F4F6EA88B2E}" type="pres">
      <dgm:prSet presAssocID="{329D79F5-9B95-4597-9D9E-F610B330A979}" presName="invisiNode" presStyleLbl="node1" presStyleIdx="4" presStyleCnt="6"/>
      <dgm:spPr/>
    </dgm:pt>
    <dgm:pt modelId="{91831EE9-AC2C-4858-89C8-29CF2BFF3AA2}" type="pres">
      <dgm:prSet presAssocID="{329D79F5-9B95-4597-9D9E-F610B330A979}" presName="imagNode" presStyleLbl="fgImgPlace1" presStyleIdx="4" presStyleCnt="6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F8ADD1D3-3973-439A-9044-7B3B76A726D5}" type="pres">
      <dgm:prSet presAssocID="{D3C487C7-511B-4CBE-8321-B7315D6BBA78}" presName="sibTrans" presStyleLbl="sibTrans2D1" presStyleIdx="0" presStyleCnt="0"/>
      <dgm:spPr/>
    </dgm:pt>
    <dgm:pt modelId="{EC3D9941-24BA-49FD-AD11-E07716A1AF1D}" type="pres">
      <dgm:prSet presAssocID="{72310D23-7E97-43A6-B3D2-11B23E392A47}" presName="compNode" presStyleCnt="0"/>
      <dgm:spPr/>
    </dgm:pt>
    <dgm:pt modelId="{1DD81398-5F45-4DA2-B2C4-2D9448DBB952}" type="pres">
      <dgm:prSet presAssocID="{72310D23-7E97-43A6-B3D2-11B23E392A47}" presName="bkgdShape" presStyleLbl="node1" presStyleIdx="5" presStyleCnt="6"/>
      <dgm:spPr/>
    </dgm:pt>
    <dgm:pt modelId="{FF55A0E9-661F-4469-B416-0B7FAC52CF2D}" type="pres">
      <dgm:prSet presAssocID="{72310D23-7E97-43A6-B3D2-11B23E392A47}" presName="nodeTx" presStyleLbl="node1" presStyleIdx="5" presStyleCnt="6">
        <dgm:presLayoutVars>
          <dgm:bulletEnabled val="1"/>
        </dgm:presLayoutVars>
      </dgm:prSet>
      <dgm:spPr/>
    </dgm:pt>
    <dgm:pt modelId="{5E79D9B2-78E1-4E5C-888C-F6CD4822CD8A}" type="pres">
      <dgm:prSet presAssocID="{72310D23-7E97-43A6-B3D2-11B23E392A47}" presName="invisiNode" presStyleLbl="node1" presStyleIdx="5" presStyleCnt="6"/>
      <dgm:spPr/>
    </dgm:pt>
    <dgm:pt modelId="{15725A1E-D371-4629-B310-39EACC6E3D10}" type="pres">
      <dgm:prSet presAssocID="{72310D23-7E97-43A6-B3D2-11B23E392A47}" presName="imagNode" presStyleLbl="fgImgPlace1" presStyleIdx="5" presStyleCnt="6"/>
      <dgm:spPr>
        <a:blipFill>
          <a:blip xmlns:r="http://schemas.openxmlformats.org/officeDocument/2006/relationships" r:embed="rId6"/>
          <a:srcRect/>
          <a:stretch>
            <a:fillRect l="-39000" r="-39000"/>
          </a:stretch>
        </a:blipFill>
      </dgm:spPr>
    </dgm:pt>
  </dgm:ptLst>
  <dgm:cxnLst>
    <dgm:cxn modelId="{4353CF0D-95E5-4F3C-B61C-E8543385063A}" type="presOf" srcId="{2C94776D-0DA1-4B08-96F5-5F3AC1DFA96B}" destId="{C0617053-D1E1-41C4-AC96-EF7AB905019E}" srcOrd="1" destOrd="0" presId="urn:microsoft.com/office/officeart/2005/8/layout/hList7"/>
    <dgm:cxn modelId="{F431A50F-4A41-4771-8B45-00F9DDE2821D}" type="presOf" srcId="{1AD5E05D-E374-40F7-B32B-B3C0A148850E}" destId="{8E727BE7-6EC0-4C0E-9D25-EF6D4E35C6A8}" srcOrd="0" destOrd="0" presId="urn:microsoft.com/office/officeart/2005/8/layout/hList7"/>
    <dgm:cxn modelId="{DB817010-3997-4E0A-91C1-9D167520AFEC}" srcId="{CF05B4DE-DD34-470C-B96B-44F4A53BCED9}" destId="{1AD5E05D-E374-40F7-B32B-B3C0A148850E}" srcOrd="1" destOrd="0" parTransId="{FF99B910-CCD9-49CD-BAC6-74600C957FE7}" sibTransId="{D8A4DFC5-5A0E-47E0-8F20-2DF6FE931F4B}"/>
    <dgm:cxn modelId="{DB66C31F-7699-4DF2-8DD9-1677E666EB8E}" type="presOf" srcId="{A0E4F015-E7DC-4F22-8FE6-535DD1424957}" destId="{1F93C5C2-299F-44D5-A5C0-AF602D827C21}" srcOrd="0" destOrd="0" presId="urn:microsoft.com/office/officeart/2005/8/layout/hList7"/>
    <dgm:cxn modelId="{995C0B2D-6A21-4DF4-8AA9-9169CE8EA37B}" type="presOf" srcId="{CAC9B104-A24B-4A43-B31D-BE3DAD90C241}" destId="{286D7C4E-8D32-4650-AE15-FC4F3BD856DA}" srcOrd="0" destOrd="0" presId="urn:microsoft.com/office/officeart/2005/8/layout/hList7"/>
    <dgm:cxn modelId="{052D3531-04F9-469B-BDB5-AC3619BE0E5E}" srcId="{CF05B4DE-DD34-470C-B96B-44F4A53BCED9}" destId="{72310D23-7E97-43A6-B3D2-11B23E392A47}" srcOrd="5" destOrd="0" parTransId="{C1DBA1F6-0A6E-4B1D-81A6-E91BC4894CA1}" sibTransId="{7E92A30D-1C4C-4B66-9CF7-9FF539499289}"/>
    <dgm:cxn modelId="{958CF340-1055-4075-901B-26AEB6488EC0}" type="presOf" srcId="{2C94776D-0DA1-4B08-96F5-5F3AC1DFA96B}" destId="{A6D46704-A476-4E38-BC10-A2A1F1083C2E}" srcOrd="0" destOrd="0" presId="urn:microsoft.com/office/officeart/2005/8/layout/hList7"/>
    <dgm:cxn modelId="{DE3A9077-DF08-4B8B-8BB5-82CEE62403A9}" type="presOf" srcId="{D8A4DFC5-5A0E-47E0-8F20-2DF6FE931F4B}" destId="{CF9DFD37-DF32-4979-82A5-A2B3F06ED88A}" srcOrd="0" destOrd="0" presId="urn:microsoft.com/office/officeart/2005/8/layout/hList7"/>
    <dgm:cxn modelId="{94A02F59-A6A1-4DA4-9D8A-05E126F6C531}" srcId="{CF05B4DE-DD34-470C-B96B-44F4A53BCED9}" destId="{2C94776D-0DA1-4B08-96F5-5F3AC1DFA96B}" srcOrd="0" destOrd="0" parTransId="{41588713-2D8B-4265-B264-FC3325357A41}" sibTransId="{22E136DB-750D-483C-BC7B-0FBE2034AF4E}"/>
    <dgm:cxn modelId="{D7CC707F-9A4B-4974-B378-5189298E0A99}" type="presOf" srcId="{22E136DB-750D-483C-BC7B-0FBE2034AF4E}" destId="{A6E8F801-C2AD-40DE-9AB9-0164F51604FF}" srcOrd="0" destOrd="0" presId="urn:microsoft.com/office/officeart/2005/8/layout/hList7"/>
    <dgm:cxn modelId="{A3F72280-D5C1-411E-AEFA-E36B4B4AF532}" srcId="{CF05B4DE-DD34-470C-B96B-44F4A53BCED9}" destId="{A0E4F015-E7DC-4F22-8FE6-535DD1424957}" srcOrd="2" destOrd="0" parTransId="{06EA36E9-8241-43F3-A4B1-CDBC77AD84B1}" sibTransId="{CAC9B104-A24B-4A43-B31D-BE3DAD90C241}"/>
    <dgm:cxn modelId="{A27561A5-F249-4B0B-96D5-BEAB4AE2F9FD}" type="presOf" srcId="{329D79F5-9B95-4597-9D9E-F610B330A979}" destId="{9418CAB6-B7F7-4055-BD53-02259B901F69}" srcOrd="0" destOrd="0" presId="urn:microsoft.com/office/officeart/2005/8/layout/hList7"/>
    <dgm:cxn modelId="{A74B18A9-1CBA-4DB1-9396-9CBE952FC431}" type="presOf" srcId="{F2548452-3262-45E7-865A-86A419A6212A}" destId="{97045AEC-6FDF-42F1-BD0E-8F4B4A3C4C80}" srcOrd="0" destOrd="0" presId="urn:microsoft.com/office/officeart/2005/8/layout/hList7"/>
    <dgm:cxn modelId="{2A4721AB-B420-43C4-8423-C612544E95C4}" type="presOf" srcId="{A0E4F015-E7DC-4F22-8FE6-535DD1424957}" destId="{3D7AA203-A449-4A48-A573-75B7BBC7F919}" srcOrd="1" destOrd="0" presId="urn:microsoft.com/office/officeart/2005/8/layout/hList7"/>
    <dgm:cxn modelId="{E52927B3-DCF7-48CA-84AB-2AAF28CAF0AF}" srcId="{CF05B4DE-DD34-470C-B96B-44F4A53BCED9}" destId="{329D79F5-9B95-4597-9D9E-F610B330A979}" srcOrd="4" destOrd="0" parTransId="{614DDF1F-D2A6-402B-8D09-59C87A812E4E}" sibTransId="{D3C487C7-511B-4CBE-8321-B7315D6BBA78}"/>
    <dgm:cxn modelId="{1CD43DBB-9A7A-4FF7-B95E-0949FB90F225}" type="presOf" srcId="{329D79F5-9B95-4597-9D9E-F610B330A979}" destId="{28D36920-C741-4A53-8738-CD9CB8F39FA6}" srcOrd="1" destOrd="0" presId="urn:microsoft.com/office/officeart/2005/8/layout/hList7"/>
    <dgm:cxn modelId="{E6C4CABB-7137-4329-95E1-7F3D93F4AC53}" type="presOf" srcId="{72310D23-7E97-43A6-B3D2-11B23E392A47}" destId="{FF55A0E9-661F-4469-B416-0B7FAC52CF2D}" srcOrd="1" destOrd="0" presId="urn:microsoft.com/office/officeart/2005/8/layout/hList7"/>
    <dgm:cxn modelId="{0DF2E8C1-5CEC-478D-BFAF-DD000C7DD406}" srcId="{CF05B4DE-DD34-470C-B96B-44F4A53BCED9}" destId="{F2548452-3262-45E7-865A-86A419A6212A}" srcOrd="3" destOrd="0" parTransId="{F11AC37B-286F-4972-9F53-D0DF8DFE58EA}" sibTransId="{C49CE861-AFCC-47AA-887B-1BFC25903A21}"/>
    <dgm:cxn modelId="{0874B7C8-C593-4FB4-9068-5243A523E0A7}" type="presOf" srcId="{C49CE861-AFCC-47AA-887B-1BFC25903A21}" destId="{6EB414A6-B276-4CC5-81B6-639A2326D0E5}" srcOrd="0" destOrd="0" presId="urn:microsoft.com/office/officeart/2005/8/layout/hList7"/>
    <dgm:cxn modelId="{2D0464CB-0699-4EEB-BAC1-33C1E47CAA25}" type="presOf" srcId="{CF05B4DE-DD34-470C-B96B-44F4A53BCED9}" destId="{465D6CC1-69BA-4F40-8ABA-582C70F2821D}" srcOrd="0" destOrd="0" presId="urn:microsoft.com/office/officeart/2005/8/layout/hList7"/>
    <dgm:cxn modelId="{8DEC46CD-21C2-48E6-A3C6-0C5FA34B8058}" type="presOf" srcId="{F2548452-3262-45E7-865A-86A419A6212A}" destId="{EFF65893-28A7-410E-9BC1-7905B299AF80}" srcOrd="1" destOrd="0" presId="urn:microsoft.com/office/officeart/2005/8/layout/hList7"/>
    <dgm:cxn modelId="{79279BD1-9E5F-41CB-87B0-F1FAB17874FA}" type="presOf" srcId="{1AD5E05D-E374-40F7-B32B-B3C0A148850E}" destId="{340AE534-D27A-4608-9446-E7498F58171D}" srcOrd="1" destOrd="0" presId="urn:microsoft.com/office/officeart/2005/8/layout/hList7"/>
    <dgm:cxn modelId="{A2A5B7D6-8A64-41F5-B158-B07A6B1B97BC}" type="presOf" srcId="{D3C487C7-511B-4CBE-8321-B7315D6BBA78}" destId="{F8ADD1D3-3973-439A-9044-7B3B76A726D5}" srcOrd="0" destOrd="0" presId="urn:microsoft.com/office/officeart/2005/8/layout/hList7"/>
    <dgm:cxn modelId="{D69C1BDD-83B0-4839-B2B8-D78EFC837C2A}" type="presOf" srcId="{72310D23-7E97-43A6-B3D2-11B23E392A47}" destId="{1DD81398-5F45-4DA2-B2C4-2D9448DBB952}" srcOrd="0" destOrd="0" presId="urn:microsoft.com/office/officeart/2005/8/layout/hList7"/>
    <dgm:cxn modelId="{72BE5B6A-6C14-4450-9499-F5243DD2E747}" type="presParOf" srcId="{465D6CC1-69BA-4F40-8ABA-582C70F2821D}" destId="{82251EDD-36D2-4A18-A9D2-C4F89964AD29}" srcOrd="0" destOrd="0" presId="urn:microsoft.com/office/officeart/2005/8/layout/hList7"/>
    <dgm:cxn modelId="{0A68D5C5-4075-471C-A586-3EACBEA14633}" type="presParOf" srcId="{465D6CC1-69BA-4F40-8ABA-582C70F2821D}" destId="{1519AEF6-A3EE-459A-B286-F54B75E23932}" srcOrd="1" destOrd="0" presId="urn:microsoft.com/office/officeart/2005/8/layout/hList7"/>
    <dgm:cxn modelId="{2D0F199F-9144-42A0-8968-1D453EA2028F}" type="presParOf" srcId="{1519AEF6-A3EE-459A-B286-F54B75E23932}" destId="{38E43E16-0F5A-4C32-B065-7DA1D9546E1E}" srcOrd="0" destOrd="0" presId="urn:microsoft.com/office/officeart/2005/8/layout/hList7"/>
    <dgm:cxn modelId="{9CDF0AA3-9A49-441F-B173-47C846F34A9E}" type="presParOf" srcId="{38E43E16-0F5A-4C32-B065-7DA1D9546E1E}" destId="{A6D46704-A476-4E38-BC10-A2A1F1083C2E}" srcOrd="0" destOrd="0" presId="urn:microsoft.com/office/officeart/2005/8/layout/hList7"/>
    <dgm:cxn modelId="{244DC793-B4CD-4615-9C5A-F92713CF72DF}" type="presParOf" srcId="{38E43E16-0F5A-4C32-B065-7DA1D9546E1E}" destId="{C0617053-D1E1-41C4-AC96-EF7AB905019E}" srcOrd="1" destOrd="0" presId="urn:microsoft.com/office/officeart/2005/8/layout/hList7"/>
    <dgm:cxn modelId="{06879591-3B59-483C-9BBA-10B5162FD0CD}" type="presParOf" srcId="{38E43E16-0F5A-4C32-B065-7DA1D9546E1E}" destId="{2195D9D6-3031-465A-9FBA-8EF0ABF64BCB}" srcOrd="2" destOrd="0" presId="urn:microsoft.com/office/officeart/2005/8/layout/hList7"/>
    <dgm:cxn modelId="{43204ED4-9401-40B0-A8A0-9A2337E356F6}" type="presParOf" srcId="{38E43E16-0F5A-4C32-B065-7DA1D9546E1E}" destId="{FC8561C3-65A8-466C-8B5B-B7F4F0631A42}" srcOrd="3" destOrd="0" presId="urn:microsoft.com/office/officeart/2005/8/layout/hList7"/>
    <dgm:cxn modelId="{59CEA009-F931-42C4-9896-3BDD7EF14F6F}" type="presParOf" srcId="{1519AEF6-A3EE-459A-B286-F54B75E23932}" destId="{A6E8F801-C2AD-40DE-9AB9-0164F51604FF}" srcOrd="1" destOrd="0" presId="urn:microsoft.com/office/officeart/2005/8/layout/hList7"/>
    <dgm:cxn modelId="{F33A6CE5-E423-4040-925F-AA399C57B31E}" type="presParOf" srcId="{1519AEF6-A3EE-459A-B286-F54B75E23932}" destId="{F34B8F90-57BF-48EA-94F9-19BEEBC0A080}" srcOrd="2" destOrd="0" presId="urn:microsoft.com/office/officeart/2005/8/layout/hList7"/>
    <dgm:cxn modelId="{EAE32BAD-1CEF-4E1B-A8F1-6394A758052E}" type="presParOf" srcId="{F34B8F90-57BF-48EA-94F9-19BEEBC0A080}" destId="{8E727BE7-6EC0-4C0E-9D25-EF6D4E35C6A8}" srcOrd="0" destOrd="0" presId="urn:microsoft.com/office/officeart/2005/8/layout/hList7"/>
    <dgm:cxn modelId="{258F0E48-2CBB-4D7C-9739-CD33C66FABBB}" type="presParOf" srcId="{F34B8F90-57BF-48EA-94F9-19BEEBC0A080}" destId="{340AE534-D27A-4608-9446-E7498F58171D}" srcOrd="1" destOrd="0" presId="urn:microsoft.com/office/officeart/2005/8/layout/hList7"/>
    <dgm:cxn modelId="{77E36D96-38A7-44FF-9D8B-8A0FA2CD5986}" type="presParOf" srcId="{F34B8F90-57BF-48EA-94F9-19BEEBC0A080}" destId="{DC9BE8FE-8464-4702-8DD6-861D097DD6C5}" srcOrd="2" destOrd="0" presId="urn:microsoft.com/office/officeart/2005/8/layout/hList7"/>
    <dgm:cxn modelId="{4AB59243-EAC3-48FA-A4C5-D020B60DB2B1}" type="presParOf" srcId="{F34B8F90-57BF-48EA-94F9-19BEEBC0A080}" destId="{06EA3182-4BA3-412A-BCAA-8100EF5F87BB}" srcOrd="3" destOrd="0" presId="urn:microsoft.com/office/officeart/2005/8/layout/hList7"/>
    <dgm:cxn modelId="{F9D9C782-2FDB-41BE-98A8-81997BED6E09}" type="presParOf" srcId="{1519AEF6-A3EE-459A-B286-F54B75E23932}" destId="{CF9DFD37-DF32-4979-82A5-A2B3F06ED88A}" srcOrd="3" destOrd="0" presId="urn:microsoft.com/office/officeart/2005/8/layout/hList7"/>
    <dgm:cxn modelId="{BA5493E4-CBBB-4863-8DEC-87877B8D31C0}" type="presParOf" srcId="{1519AEF6-A3EE-459A-B286-F54B75E23932}" destId="{18F57E2C-6062-4B89-80CE-4393116BE9EE}" srcOrd="4" destOrd="0" presId="urn:microsoft.com/office/officeart/2005/8/layout/hList7"/>
    <dgm:cxn modelId="{8C194D84-627F-4CCE-82A0-92B38E917261}" type="presParOf" srcId="{18F57E2C-6062-4B89-80CE-4393116BE9EE}" destId="{1F93C5C2-299F-44D5-A5C0-AF602D827C21}" srcOrd="0" destOrd="0" presId="urn:microsoft.com/office/officeart/2005/8/layout/hList7"/>
    <dgm:cxn modelId="{9CAAE22E-8B35-4E19-B5A0-42A1DA0D8DDA}" type="presParOf" srcId="{18F57E2C-6062-4B89-80CE-4393116BE9EE}" destId="{3D7AA203-A449-4A48-A573-75B7BBC7F919}" srcOrd="1" destOrd="0" presId="urn:microsoft.com/office/officeart/2005/8/layout/hList7"/>
    <dgm:cxn modelId="{07547C7E-3043-4716-BB93-254D20292F98}" type="presParOf" srcId="{18F57E2C-6062-4B89-80CE-4393116BE9EE}" destId="{49130052-D10B-4C8D-A6E7-70A3D643E712}" srcOrd="2" destOrd="0" presId="urn:microsoft.com/office/officeart/2005/8/layout/hList7"/>
    <dgm:cxn modelId="{D862E612-A24B-42EE-BAAB-7D97AF035DE9}" type="presParOf" srcId="{18F57E2C-6062-4B89-80CE-4393116BE9EE}" destId="{53BD65B8-3237-4DD1-A8E6-5271832B1E07}" srcOrd="3" destOrd="0" presId="urn:microsoft.com/office/officeart/2005/8/layout/hList7"/>
    <dgm:cxn modelId="{F96C3540-D972-4A85-8140-74BF44789F01}" type="presParOf" srcId="{1519AEF6-A3EE-459A-B286-F54B75E23932}" destId="{286D7C4E-8D32-4650-AE15-FC4F3BD856DA}" srcOrd="5" destOrd="0" presId="urn:microsoft.com/office/officeart/2005/8/layout/hList7"/>
    <dgm:cxn modelId="{E51C3490-3ADA-41FD-A8FA-D0C3F32634AA}" type="presParOf" srcId="{1519AEF6-A3EE-459A-B286-F54B75E23932}" destId="{647584ED-44CC-48A0-8F59-089B50440F8A}" srcOrd="6" destOrd="0" presId="urn:microsoft.com/office/officeart/2005/8/layout/hList7"/>
    <dgm:cxn modelId="{6ACF44DB-EFFC-4621-9E51-04FEA00D3D3F}" type="presParOf" srcId="{647584ED-44CC-48A0-8F59-089B50440F8A}" destId="{97045AEC-6FDF-42F1-BD0E-8F4B4A3C4C80}" srcOrd="0" destOrd="0" presId="urn:microsoft.com/office/officeart/2005/8/layout/hList7"/>
    <dgm:cxn modelId="{69A82C7D-772F-4569-9C2A-51599F7F1FE3}" type="presParOf" srcId="{647584ED-44CC-48A0-8F59-089B50440F8A}" destId="{EFF65893-28A7-410E-9BC1-7905B299AF80}" srcOrd="1" destOrd="0" presId="urn:microsoft.com/office/officeart/2005/8/layout/hList7"/>
    <dgm:cxn modelId="{6A3A2AEF-2062-4D2A-AD26-4E9A51A5CE8A}" type="presParOf" srcId="{647584ED-44CC-48A0-8F59-089B50440F8A}" destId="{E0DE14F8-60B1-4420-B19A-9BFDE831AC32}" srcOrd="2" destOrd="0" presId="urn:microsoft.com/office/officeart/2005/8/layout/hList7"/>
    <dgm:cxn modelId="{2A7C5030-9EC6-4D06-95F3-760A1CB47E69}" type="presParOf" srcId="{647584ED-44CC-48A0-8F59-089B50440F8A}" destId="{4AC5FAB2-D4A8-429A-8187-C063A067E590}" srcOrd="3" destOrd="0" presId="urn:microsoft.com/office/officeart/2005/8/layout/hList7"/>
    <dgm:cxn modelId="{913E1442-E552-4F46-B497-36B79A7D2650}" type="presParOf" srcId="{1519AEF6-A3EE-459A-B286-F54B75E23932}" destId="{6EB414A6-B276-4CC5-81B6-639A2326D0E5}" srcOrd="7" destOrd="0" presId="urn:microsoft.com/office/officeart/2005/8/layout/hList7"/>
    <dgm:cxn modelId="{C1B33BC1-EBA3-4CFB-82B1-B0E062C864A0}" type="presParOf" srcId="{1519AEF6-A3EE-459A-B286-F54B75E23932}" destId="{1C7A2249-FA82-4272-86A0-686AE432BC7B}" srcOrd="8" destOrd="0" presId="urn:microsoft.com/office/officeart/2005/8/layout/hList7"/>
    <dgm:cxn modelId="{0DA21897-A3B6-4266-88E6-D8A5426DECE6}" type="presParOf" srcId="{1C7A2249-FA82-4272-86A0-686AE432BC7B}" destId="{9418CAB6-B7F7-4055-BD53-02259B901F69}" srcOrd="0" destOrd="0" presId="urn:microsoft.com/office/officeart/2005/8/layout/hList7"/>
    <dgm:cxn modelId="{D7472AE1-79E3-486D-A9B3-2530CD825111}" type="presParOf" srcId="{1C7A2249-FA82-4272-86A0-686AE432BC7B}" destId="{28D36920-C741-4A53-8738-CD9CB8F39FA6}" srcOrd="1" destOrd="0" presId="urn:microsoft.com/office/officeart/2005/8/layout/hList7"/>
    <dgm:cxn modelId="{20CB8369-150E-4A85-A6CD-BB70622C1F5F}" type="presParOf" srcId="{1C7A2249-FA82-4272-86A0-686AE432BC7B}" destId="{C14E5416-7811-40FA-8880-5F4F6EA88B2E}" srcOrd="2" destOrd="0" presId="urn:microsoft.com/office/officeart/2005/8/layout/hList7"/>
    <dgm:cxn modelId="{48437A63-CC94-4256-8E4C-6299689F5E26}" type="presParOf" srcId="{1C7A2249-FA82-4272-86A0-686AE432BC7B}" destId="{91831EE9-AC2C-4858-89C8-29CF2BFF3AA2}" srcOrd="3" destOrd="0" presId="urn:microsoft.com/office/officeart/2005/8/layout/hList7"/>
    <dgm:cxn modelId="{0643D107-A8DB-4780-87D5-53B85E6E19B2}" type="presParOf" srcId="{1519AEF6-A3EE-459A-B286-F54B75E23932}" destId="{F8ADD1D3-3973-439A-9044-7B3B76A726D5}" srcOrd="9" destOrd="0" presId="urn:microsoft.com/office/officeart/2005/8/layout/hList7"/>
    <dgm:cxn modelId="{FFB9884C-0944-4DFE-85B2-40AEEC8DCD76}" type="presParOf" srcId="{1519AEF6-A3EE-459A-B286-F54B75E23932}" destId="{EC3D9941-24BA-49FD-AD11-E07716A1AF1D}" srcOrd="10" destOrd="0" presId="urn:microsoft.com/office/officeart/2005/8/layout/hList7"/>
    <dgm:cxn modelId="{393F63AB-25E8-45DF-B513-E1E19B777D71}" type="presParOf" srcId="{EC3D9941-24BA-49FD-AD11-E07716A1AF1D}" destId="{1DD81398-5F45-4DA2-B2C4-2D9448DBB952}" srcOrd="0" destOrd="0" presId="urn:microsoft.com/office/officeart/2005/8/layout/hList7"/>
    <dgm:cxn modelId="{9BA2E343-4DC6-4CAC-B83B-89F73CAFEE4B}" type="presParOf" srcId="{EC3D9941-24BA-49FD-AD11-E07716A1AF1D}" destId="{FF55A0E9-661F-4469-B416-0B7FAC52CF2D}" srcOrd="1" destOrd="0" presId="urn:microsoft.com/office/officeart/2005/8/layout/hList7"/>
    <dgm:cxn modelId="{B7E00A64-4C96-49DD-9638-5A1D84DFBEAD}" type="presParOf" srcId="{EC3D9941-24BA-49FD-AD11-E07716A1AF1D}" destId="{5E79D9B2-78E1-4E5C-888C-F6CD4822CD8A}" srcOrd="2" destOrd="0" presId="urn:microsoft.com/office/officeart/2005/8/layout/hList7"/>
    <dgm:cxn modelId="{BE8F500A-AD40-4157-B798-4523B1F661ED}" type="presParOf" srcId="{EC3D9941-24BA-49FD-AD11-E07716A1AF1D}" destId="{15725A1E-D371-4629-B310-39EACC6E3D1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46704-A476-4E38-BC10-A2A1F1083C2E}">
      <dsp:nvSpPr>
        <dsp:cNvPr id="0" name=""/>
        <dsp:cNvSpPr/>
      </dsp:nvSpPr>
      <dsp:spPr>
        <a:xfrm>
          <a:off x="109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Alert JSON (mock) </a:t>
          </a:r>
        </a:p>
      </dsp:txBody>
      <dsp:txXfrm>
        <a:off x="109" y="812530"/>
        <a:ext cx="1459404" cy="812530"/>
      </dsp:txXfrm>
    </dsp:sp>
    <dsp:sp modelId="{FC8561C3-65A8-466C-8B5B-B7F4F0631A42}">
      <dsp:nvSpPr>
        <dsp:cNvPr id="0" name=""/>
        <dsp:cNvSpPr/>
      </dsp:nvSpPr>
      <dsp:spPr>
        <a:xfrm>
          <a:off x="391596" y="121879"/>
          <a:ext cx="676431" cy="67643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27BE7-6EC0-4C0E-9D25-EF6D4E35C6A8}">
      <dsp:nvSpPr>
        <dsp:cNvPr id="0" name=""/>
        <dsp:cNvSpPr/>
      </dsp:nvSpPr>
      <dsp:spPr>
        <a:xfrm>
          <a:off x="1503296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n8n Workflow</a:t>
          </a:r>
        </a:p>
      </dsp:txBody>
      <dsp:txXfrm>
        <a:off x="1503296" y="812530"/>
        <a:ext cx="1459404" cy="812530"/>
      </dsp:txXfrm>
    </dsp:sp>
    <dsp:sp modelId="{06EA3182-4BA3-412A-BCAA-8100EF5F87BB}">
      <dsp:nvSpPr>
        <dsp:cNvPr id="0" name=""/>
        <dsp:cNvSpPr/>
      </dsp:nvSpPr>
      <dsp:spPr>
        <a:xfrm>
          <a:off x="1891610" y="125051"/>
          <a:ext cx="676431" cy="676431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3C5C2-299F-44D5-A5C0-AF602D827C21}">
      <dsp:nvSpPr>
        <dsp:cNvPr id="0" name=""/>
        <dsp:cNvSpPr/>
      </dsp:nvSpPr>
      <dsp:spPr>
        <a:xfrm>
          <a:off x="3006483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Intel APIs LLM Severity Label(VT / WHOIS)  </a:t>
          </a:r>
        </a:p>
      </dsp:txBody>
      <dsp:txXfrm>
        <a:off x="3006483" y="812530"/>
        <a:ext cx="1459404" cy="812530"/>
      </dsp:txXfrm>
    </dsp:sp>
    <dsp:sp modelId="{53BD65B8-3237-4DD1-A8E6-5271832B1E07}">
      <dsp:nvSpPr>
        <dsp:cNvPr id="0" name=""/>
        <dsp:cNvSpPr/>
      </dsp:nvSpPr>
      <dsp:spPr>
        <a:xfrm>
          <a:off x="3397969" y="121879"/>
          <a:ext cx="676431" cy="676431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45AEC-6FDF-42F1-BD0E-8F4B4A3C4C80}">
      <dsp:nvSpPr>
        <dsp:cNvPr id="0" name=""/>
        <dsp:cNvSpPr/>
      </dsp:nvSpPr>
      <dsp:spPr>
        <a:xfrm>
          <a:off x="4509670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Optional: OpenVAS vuln lookup</a:t>
          </a:r>
        </a:p>
      </dsp:txBody>
      <dsp:txXfrm>
        <a:off x="4509670" y="812530"/>
        <a:ext cx="1459404" cy="812530"/>
      </dsp:txXfrm>
    </dsp:sp>
    <dsp:sp modelId="{4AC5FAB2-D4A8-429A-8187-C063A067E590}">
      <dsp:nvSpPr>
        <dsp:cNvPr id="0" name=""/>
        <dsp:cNvSpPr/>
      </dsp:nvSpPr>
      <dsp:spPr>
        <a:xfrm>
          <a:off x="4901156" y="121879"/>
          <a:ext cx="676431" cy="676431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49000" r="-4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8CAB6-B7F7-4055-BD53-02259B901F69}">
      <dsp:nvSpPr>
        <dsp:cNvPr id="0" name=""/>
        <dsp:cNvSpPr/>
      </dsp:nvSpPr>
      <dsp:spPr>
        <a:xfrm>
          <a:off x="6012856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Summary Builder</a:t>
          </a:r>
        </a:p>
      </dsp:txBody>
      <dsp:txXfrm>
        <a:off x="6012856" y="812530"/>
        <a:ext cx="1459404" cy="812530"/>
      </dsp:txXfrm>
    </dsp:sp>
    <dsp:sp modelId="{91831EE9-AC2C-4858-89C8-29CF2BFF3AA2}">
      <dsp:nvSpPr>
        <dsp:cNvPr id="0" name=""/>
        <dsp:cNvSpPr/>
      </dsp:nvSpPr>
      <dsp:spPr>
        <a:xfrm>
          <a:off x="6404343" y="121879"/>
          <a:ext cx="676431" cy="676431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81398-5F45-4DA2-B2C4-2D9448DBB952}">
      <dsp:nvSpPr>
        <dsp:cNvPr id="0" name=""/>
        <dsp:cNvSpPr/>
      </dsp:nvSpPr>
      <dsp:spPr>
        <a:xfrm>
          <a:off x="7516043" y="0"/>
          <a:ext cx="1459404" cy="203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Jira Ticket Create (PoC output)</a:t>
          </a:r>
        </a:p>
      </dsp:txBody>
      <dsp:txXfrm>
        <a:off x="7516043" y="812530"/>
        <a:ext cx="1459404" cy="812530"/>
      </dsp:txXfrm>
    </dsp:sp>
    <dsp:sp modelId="{15725A1E-D371-4629-B310-39EACC6E3D10}">
      <dsp:nvSpPr>
        <dsp:cNvPr id="0" name=""/>
        <dsp:cNvSpPr/>
      </dsp:nvSpPr>
      <dsp:spPr>
        <a:xfrm>
          <a:off x="7907530" y="121879"/>
          <a:ext cx="676431" cy="676431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51EDD-36D2-4A18-A9D2-C4F89964AD29}">
      <dsp:nvSpPr>
        <dsp:cNvPr id="0" name=""/>
        <dsp:cNvSpPr/>
      </dsp:nvSpPr>
      <dsp:spPr>
        <a:xfrm>
          <a:off x="359022" y="1625060"/>
          <a:ext cx="8257513" cy="30469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15238-3340-4201-8CD1-D927B738034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5044-0B14-4C09-AFF5-756894BF1E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3–5 success criteria before building. Use measurable targets (e.g., accuracy ≥90%, latency ≤1s).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 short, focused sprints. Keep the PoC within a few weeks. Update status as you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only what is necessary to prove the concept (hardware, datasets, APIs, cloud credits, software,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Attach graphs/screens, include data tables where possible. Link raw logs/notebooks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technical, safety, privacy, compliance, and supply risks. Address early showstoppers.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SoI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— Proof of Concept (PoC)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1" name="Graphic 20" descr="Box">
            <a:extLst>
              <a:ext uri="{FF2B5EF4-FFF2-40B4-BE49-F238E27FC236}">
                <a16:creationId xmlns:a16="http://schemas.microsoft.com/office/drawing/2014/main" id="{34B26279-4573-78AE-7346-A16EC8DA5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A30C0-F4F7-1D15-139C-DD0589DC3AB7}"/>
              </a:ext>
            </a:extLst>
          </p:cNvPr>
          <p:cNvSpPr txBox="1"/>
          <p:nvPr/>
        </p:nvSpPr>
        <p:spPr>
          <a:xfrm>
            <a:off x="0" y="1888958"/>
            <a:ext cx="8398042" cy="374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Project </a:t>
            </a:r>
            <a:r>
              <a:rPr lang="en-IN" u="sng" dirty="0">
                <a:solidFill>
                  <a:schemeClr val="accent1">
                    <a:lumMod val="75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2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N8N</a:t>
            </a:r>
            <a:r>
              <a:rPr lang="en-US" sz="24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40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600"/>
            </a:pP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Team :</a:t>
            </a:r>
            <a:r>
              <a:rPr lang="en-IN" dirty="0">
                <a:latin typeface="Castellar" panose="020A0402060406010301" pitchFamily="18" charset="0"/>
                <a:cs typeface="Times New Roman" panose="02020603050405020304" pitchFamily="18" charset="0"/>
              </a:rPr>
              <a:t> ZERO TWO</a:t>
            </a:r>
          </a:p>
          <a:p>
            <a:pPr>
              <a:lnSpc>
                <a:spcPct val="150000"/>
              </a:lnSpc>
              <a:defRPr sz="1600"/>
            </a:pPr>
            <a:r>
              <a:rPr lang="en-IN" sz="1600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Team id : </a:t>
            </a:r>
            <a:r>
              <a:rPr lang="en-IN" sz="1600" dirty="0">
                <a:latin typeface="Maiandra GD" panose="020E0502030308020204" pitchFamily="34" charset="0"/>
                <a:cs typeface="Times New Roman" panose="02020603050405020304" pitchFamily="18" charset="0"/>
              </a:rPr>
              <a:t> P-2024-28-CS-123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Lead :</a:t>
            </a:r>
            <a:r>
              <a:rPr lang="en-IN" dirty="0">
                <a:latin typeface="Castellar" panose="020A0402060406010301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LAKSHAN KUMARESH V D </a:t>
            </a:r>
          </a:p>
          <a:p>
            <a:pPr>
              <a:lnSpc>
                <a:spcPct val="150000"/>
              </a:lnSpc>
              <a:defRPr sz="1600"/>
            </a:pP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Members :</a:t>
            </a:r>
            <a:endParaRPr lang="en-IN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600"/>
            </a:pPr>
            <a:r>
              <a:rPr lang="en-IN" dirty="0">
                <a:latin typeface="Maiandra GD" panose="020E0502030308020204" pitchFamily="34" charset="0"/>
                <a:cs typeface="Times New Roman" panose="02020603050405020304" pitchFamily="18" charset="0"/>
              </a:rPr>
              <a:t>	LOGA MUMMOORTHI S </a:t>
            </a:r>
          </a:p>
          <a:p>
            <a:pPr>
              <a:lnSpc>
                <a:spcPct val="150000"/>
              </a:lnSpc>
              <a:defRPr sz="1600"/>
            </a:pPr>
            <a:r>
              <a:rPr lang="en-IN" dirty="0">
                <a:latin typeface="Maiandra GD" panose="020E0502030308020204" pitchFamily="34" charset="0"/>
                <a:cs typeface="Times New Roman" panose="02020603050405020304" pitchFamily="18" charset="0"/>
              </a:rPr>
              <a:t>        RITHISH 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600"/>
            </a:pP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Mentor :</a:t>
            </a:r>
            <a:r>
              <a:rPr lang="en-IN" dirty="0">
                <a:latin typeface="Maiandra GD" panose="020E0502030308020204" pitchFamily="34" charset="0"/>
                <a:cs typeface="Times New Roman" panose="02020603050405020304" pitchFamily="18" charset="0"/>
              </a:rPr>
              <a:t>  Vipin Das</a:t>
            </a:r>
          </a:p>
          <a:p>
            <a:pPr>
              <a:lnSpc>
                <a:spcPct val="150000"/>
              </a:lnSpc>
              <a:defRPr sz="1600"/>
            </a:pPr>
            <a:r>
              <a:rPr lang="en-IN" b="1" u="sng" dirty="0" err="1">
                <a:latin typeface="Castellar" panose="020A0402060406010301" pitchFamily="18" charset="0"/>
                <a:cs typeface="Times New Roman" panose="02020603050405020304" pitchFamily="18" charset="0"/>
              </a:rPr>
              <a:t>SoI</a:t>
            </a: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 Vertical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tellar" panose="020A0402060406010301" pitchFamily="18" charset="0"/>
                <a:cs typeface="Times New Roman" panose="02020603050405020304" pitchFamily="18" charset="0"/>
              </a:rPr>
              <a:t>CS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defRPr sz="1600"/>
            </a:pPr>
            <a:r>
              <a:rPr lang="en-IN" b="1" u="sng" dirty="0">
                <a:latin typeface="Castellar" panose="020A0402060406010301" pitchFamily="18" charset="0"/>
                <a:cs typeface="Times New Roman" panose="02020603050405020304" pitchFamily="18" charset="0"/>
              </a:rPr>
              <a:t>Cohort : </a:t>
            </a:r>
            <a:r>
              <a:rPr lang="en-IN" dirty="0">
                <a:latin typeface="Maiandra GD" panose="020E0502030308020204" pitchFamily="34" charset="0"/>
                <a:cs typeface="Times New Roman" panose="02020603050405020304" pitchFamily="18" charset="0"/>
              </a:rPr>
              <a:t> 2024–2028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39D-40D6-2E2E-63CB-1E392D6A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 &amp; End‑User Recap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E67D-C3DB-5C0E-D0B1-9189D707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threat detection is time-consuming and error-prone. Security analysts struggle to verify every file or URL for malware or phishing threats.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End-User Recap: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n8n–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 automates file and URL scanning, instantly classifying threats and generating clear reports. It helps security teams save time, improve accuracy, and respond faster to potential attacks.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81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 Narrow" panose="020B0606020202030204" pitchFamily="34" charset="0"/>
              </a:rPr>
              <a:t>Selected Idea Recap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417638"/>
            <a:ext cx="9047747" cy="54403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[</a:t>
            </a:r>
            <a:r>
              <a:rPr lang="en-US" sz="3000" b="1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SentinelFlow</a:t>
            </a:r>
            <a:r>
              <a:rPr lang="en-US" sz="3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000" b="1" spc="-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30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3000" b="1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N8N</a:t>
            </a:r>
            <a:r>
              <a:rPr lang="en-US" sz="3000" b="1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  <a:r>
              <a:rPr lang="en-US" sz="30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0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3000" b="1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  <a:r>
              <a:rPr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SentinelFlow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auto-enriches raw alerts and uses AI to label severity in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1 minute 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cutting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Tier-1 SOC triage workload massively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deliver decisions — not raw alerts.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dump noise. We return the “what + why” instantly, so analysts </a:t>
            </a:r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Intel-tabs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act faster.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auto-enrich an alert AND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 a severity judgement + short reasoning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not just move data around like normal playbooks.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98"/>
            <a:ext cx="8229600" cy="1143000"/>
          </a:xfrm>
        </p:spPr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PoC Objectives &amp; Success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81038"/>
              </p:ext>
            </p:extLst>
          </p:nvPr>
        </p:nvGraphicFramePr>
        <p:xfrm>
          <a:off x="457200" y="1051819"/>
          <a:ext cx="8229600" cy="5395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3397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Critical Assumption /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Test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6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N8N successfully automate SOC workflows like alert triage and blocking?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success rate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95% successful automation runs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10 test workflows with sample alerts in N8N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62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AI agents (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PentestGPT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SentinelProbe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accurately identify vulnerabilities?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90% correct vulnerability matches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AI scan results with OpenVAS/Nmap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6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 automation reduce manual SOC workload?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saved per alert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40% reduction in handling time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before vs after automation setup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6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the system integrate multiple APIs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Slack, Jira) reliably?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uptime &amp; response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95% uptime, &lt;2 sec average latency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 and monitor integration performance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6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the system privacy-compliant and ethically secure?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compliance (no real user data)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logs, follow lab-only ethical testing policy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0635"/>
            <a:ext cx="8686800" cy="1143000"/>
          </a:xfrm>
        </p:spPr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Scope, Assumptions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35614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 (PoC):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Auto-enrichment + AI severity judgement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alert 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n8n → LLM → Slack summary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 (now):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Vuln scoring,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automation, IR playbooks,                multi-alert correlation, cloud agent deployment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Sample alert JSON is available, threat-intel APIs respond normally, n8n server runs in lab, and we only use non-PII test data.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time window for PoC build, free-tier API limits, lab-only environment, no production PII allowed, compute = only laptop/server we already have.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 Narrow" panose="020B0606020202030204" pitchFamily="34" charset="0"/>
              </a:rPr>
              <a:t>System Overview — Architecture / Design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4ED73D9-5AFB-A6EE-067E-3FFEFF5F0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303911"/>
              </p:ext>
            </p:extLst>
          </p:nvPr>
        </p:nvGraphicFramePr>
        <p:xfrm>
          <a:off x="0" y="2057401"/>
          <a:ext cx="897555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Build Plan &amp;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22415"/>
              </p:ext>
            </p:extLst>
          </p:nvPr>
        </p:nvGraphicFramePr>
        <p:xfrm>
          <a:off x="457200" y="1463040"/>
          <a:ext cx="8229600" cy="464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419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Phase /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Tasks /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Owner(s)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 /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19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 2025 → Oct 2025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SOC problems, gather user needs, define metrics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Lakshan Kumaresh VD &amp; Team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19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 2025 → Nov 2025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N8N workflows, select AI tools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PentestGPT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OpenVAS)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Loga Mummoorthi S &amp; Team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19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 2025 → Dec 2025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PoC: setup N8N alert triage &amp;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 integration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Rithish S  &amp; Team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19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 2025 → Feb 2026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prototype: add vulnerability scanning &amp;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simulation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Lakshan Kumaresh VD &amp; Team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Upcoming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19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2026 → Apr 2026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testing, integrate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SentinelProbe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prepare for Demo Day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Members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Phase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30594"/>
              </p:ext>
            </p:extLst>
          </p:nvPr>
        </p:nvGraphicFramePr>
        <p:xfrm>
          <a:off x="457200" y="146304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Item /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Qty /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Cost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Source /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(System)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(8GB RAM, i5 or above)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college system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N8N setup and testing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N8N Automation Tool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workflow tool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https://n8n.io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automation engine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OpenVAS (Nmap)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vulnerability scanner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openvas.org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vulnerability scanning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PentestGPT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SentinelProbe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/ community access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(OpenAI)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pentesting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automation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API tier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virustotal.com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threat analysis and response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Demo &amp; Test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sample alert JSON is fed into n8n → threat-intel enrichment (VT/WHOIS) runs → LLM generates severity + 1-line reasoning → Jira ticket is auto-created with enriched summary.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7890D8-DEA0-CC08-1414-AD6DFA1BD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81055"/>
              </p:ext>
            </p:extLst>
          </p:nvPr>
        </p:nvGraphicFramePr>
        <p:xfrm>
          <a:off x="349370" y="2408494"/>
          <a:ext cx="8686800" cy="4320109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423459520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01051613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604501155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174928133"/>
                    </a:ext>
                  </a:extLst>
                </a:gridCol>
              </a:tblGrid>
              <a:tr h="467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Test Case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Sample Input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Environment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# Runs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956388"/>
                  </a:ext>
                </a:extLst>
              </a:tr>
              <a:tr h="116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Malicious IP triage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{"ip":"185.53.177.53","type":"ip-dst"}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Lab VM (n8n + VT + </a:t>
                      </a:r>
                      <a:r>
                        <a:rPr lang="pt-BR" b="1"/>
                        <a:t>Ollama Llama3.1</a:t>
                      </a:r>
                      <a:r>
                        <a:rPr lang="pt-BR"/>
                        <a:t> + Jira)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11937"/>
                  </a:ext>
                </a:extLst>
              </a:tr>
              <a:tr h="1517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Suspicious 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{"domain":"malware-test[.]site","type":"url"}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VM + sandboxed WHOIS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798877"/>
                  </a:ext>
                </a:extLst>
              </a:tr>
              <a:tr h="116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Benign false-positive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{"ip":"8.8.8.8","type":"ip-src"}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639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990"/>
            <a:ext cx="8229600" cy="1143000"/>
          </a:xfrm>
        </p:spPr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Evidence — Results &amp;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353200"/>
              </p:ext>
            </p:extLst>
          </p:nvPr>
        </p:nvGraphicFramePr>
        <p:xfrm>
          <a:off x="371856" y="1072896"/>
          <a:ext cx="82296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 (from criteria)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Pass/Gap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 / Evidence 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automation success rate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90%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N8N workflow executed successfully in all test runs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10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Vulnerability detection accuracy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85%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Cross-verified with OpenVAS scanning results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handling time reduction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40%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using pre/post-automation benchmarks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integration uptime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95%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Slack APIs maintained stable connection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 compliance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(lab-only data)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under sandbox environment – no PII used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automation efficiency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80% improvement in workflow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83%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Confirmed through SOC simulation logs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Demo Video &amp;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Video: [URL]  |  QR: [Paste QR image]  |  Duration: ≤2 minutes</a:t>
            </a:r>
          </a:p>
          <a:p>
            <a:r>
              <a:t>Code / CAD / Notebook Repository: [Git/Drive link]  |  Dataset (if any): [Link/DOI]</a:t>
            </a:r>
          </a:p>
          <a:p>
            <a:r>
              <a:t>Screenshots / Mockups (if applicable): [Insert or link]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Risks, Limitations &amp;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92062"/>
              </p:ext>
            </p:extLst>
          </p:nvPr>
        </p:nvGraphicFramePr>
        <p:xfrm>
          <a:off x="457200" y="1463040"/>
          <a:ext cx="822960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/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Impact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Likelihood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Mitigation /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rate limits or service downtime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VirusTotal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OpenVAS, Slack)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interruption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backup APIs, enable retries, cache results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Lakshan Kumaresh V 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 inaccuracies or false alerts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Misclassification, wrong triage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training, threshold tuning, manual override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oga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Mummoorthi 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and internet during testing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bottlenecks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workflow, use local sandbox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ithish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or data privacy concerns in automation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 issues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anonymized data, restrict access to logs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constraints for full PoC implementation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delivery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development, prioritize core tasks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akshan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Kumaresh V D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 Narrow" panose="020B0606020202030204" pitchFamily="34" charset="0"/>
              </a:rPr>
              <a:t>Go/No‑Go &amp; Next Steps →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Plan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multi-alert batching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(process 5 alerts in parallel)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intel 24h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(cut API calls by 70%)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UI dashboard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(n8n + simple Flask)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Tier-1 triage → 50 alerts/day, 3 SOC personas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 weeks (Nov 17 – Dec 8)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 VM (16GB RAM), Ollama Llama3.1, Jira Cloud free, team 4×2h/day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to carry forward: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7A47688-C9CB-4369-A924-51B727BCB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52810"/>
            <a:ext cx="74877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Triage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 45 sec per alert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(end-to-end)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≥ 90% alerts auto-judged + ticketed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human touch)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≥ 85% severity label matches senior analyst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(blind test)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2752"/>
            <a:ext cx="8229600" cy="7348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Annex — Domain-Specific Checklist  (CS — Cyber Security)</a:t>
            </a:r>
            <a:br>
              <a:rPr lang="en-US" dirty="0">
                <a:latin typeface="Arial Narrow" panose="020B0606020202030204" pitchFamily="34" charset="0"/>
              </a:rPr>
            </a:b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flipV="1">
            <a:off x="269256" y="1172339"/>
            <a:ext cx="7365121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51A500-EE14-4D12-3590-AA0665079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1735401"/>
            <a:ext cx="822960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STRIDE — spoofed alert JSON → n8n injection → LLM prompt attack → false Jira ticket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surface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n8n HTTP trigger, Ollama local API, VT free-tier key, Jira webhook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Testbed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Isolated lab VM (Ubuntu 24.04, 16GB RAM, no outbound except VT)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POC exploit/defense evidence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Malformed JSON crashes workflow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with schema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 sanitization + rate-limit (5 req/min) + Ollama sandbox (no internet)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CVSS/severity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v3.1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5.3 (Medium)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AV:N/AC:L/PR:N/UI:N/S:U/C:L/I:N/A:N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inputs validated (JSON schema)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 key rotated post-PoC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n8n behind auth + IP allowlist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PII, only test IPs/domains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7045143-9C78-4BF5-8C75-740161917592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0D28A0E-7B0C-41AF-9455-AB8280074C6E}">
  <we:reference id="wa104381637" version="1.0.0.0" store="en-US" storeType="OMEX"/>
  <we:alternateReferences>
    <we:reference id="wa104381637" version="1.0.0.0" store="wa104381637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7" ma:contentTypeDescription="Create a new document." ma:contentTypeScope="" ma:versionID="5ccebff34a8e51cede8d0bf61d443c7c">
  <xsd:schema xmlns:xsd="http://www.w3.org/2001/XMLSchema" xmlns:xs="http://www.w3.org/2001/XMLSchema" xmlns:p="http://schemas.microsoft.com/office/2006/metadata/properties" xmlns:ns2="8f4bcbf8-e4fe-49fe-9064-aa6724e1aff7" targetNamespace="http://schemas.microsoft.com/office/2006/metadata/properties" ma:root="true" ma:fieldsID="1abc57e4fbbc961d7f15fd72e71dc129" ns2:_="">
    <xsd:import namespace="8f4bcbf8-e4fe-49fe-9064-aa6724e1a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9BAA75-7199-496C-83BB-72595745D1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15EA54-D5F3-44F3-B83F-AF6ABF1CDB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48CAE9F-5F9A-4FBA-8466-BB0E0BC2D4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1566</Words>
  <Application>Microsoft Office PowerPoint</Application>
  <PresentationFormat>On-screen Show (4:3)</PresentationFormat>
  <Paragraphs>234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Arial Narrow</vt:lpstr>
      <vt:lpstr>Calibri</vt:lpstr>
      <vt:lpstr>Castellar</vt:lpstr>
      <vt:lpstr>Courier New</vt:lpstr>
      <vt:lpstr>Maiandra GD</vt:lpstr>
      <vt:lpstr>Times New Roman</vt:lpstr>
      <vt:lpstr>Office Theme</vt:lpstr>
      <vt:lpstr>SoI — Proof of Concept (PoC)</vt:lpstr>
      <vt:lpstr>Problem &amp; End‑User Recap</vt:lpstr>
      <vt:lpstr>Selected Idea Recap &amp; Value Proposition</vt:lpstr>
      <vt:lpstr>PoC Objectives &amp; Success Criteria</vt:lpstr>
      <vt:lpstr>Scope, Assumptions &amp; Constraints</vt:lpstr>
      <vt:lpstr>System Overview — Architecture / Design</vt:lpstr>
      <vt:lpstr>Build Plan &amp; Timeline</vt:lpstr>
      <vt:lpstr>Resources &amp; Budget</vt:lpstr>
      <vt:lpstr>Demo &amp; Test Plan</vt:lpstr>
      <vt:lpstr>Evidence — Results &amp; Findings</vt:lpstr>
      <vt:lpstr>Demo Video &amp; Repositories</vt:lpstr>
      <vt:lpstr>Risks, Limitations &amp; Mitigations</vt:lpstr>
      <vt:lpstr>Go/No‑Go &amp; Next Steps → Prototype</vt:lpstr>
      <vt:lpstr>Annex — Domain-Specific Checklist  (CS — Cyber Security)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loga mummoorthi</cp:lastModifiedBy>
  <cp:revision>11</cp:revision>
  <dcterms:created xsi:type="dcterms:W3CDTF">2013-01-27T09:14:16Z</dcterms:created>
  <dcterms:modified xsi:type="dcterms:W3CDTF">2025-11-05T08:50:39Z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